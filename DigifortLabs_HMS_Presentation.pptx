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DIGIFORTLABS HMS</a:t>
            </a:r>
          </a:p>
          <a:p>
            <a:pPr>
              <a:spcBef>
                <a:spcPts val="1000"/>
              </a:spcBef>
              <a:defRPr sz="3600" b="1">
                <a:solidFill>
                  <a:srgbClr val="F8FAFC"/>
                </a:solidFill>
                <a:latin typeface="Arial"/>
              </a:defRPr>
            </a:pPr>
            <a:r>
              <a:t>Next-Generation Hospital Management System</a:t>
            </a:r>
          </a:p>
          <a:p>
            <a:pPr>
              <a:spcBef>
                <a:spcPts val="15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Comprehensive Functional Specification &amp; Architectural Presentation</a:t>
            </a:r>
          </a:p>
          <a:p>
            <a:pPr>
              <a:spcBef>
                <a:spcPts val="3000"/>
              </a:spcBef>
              <a:defRPr sz="1300">
                <a:solidFill>
                  <a:srgbClr val="0D9488"/>
                </a:solidFill>
                <a:latin typeface="Arial"/>
              </a:defRPr>
            </a:pPr>
            <a:r>
              <a:t>Unified EMR • OPD &amp; IPD • Pharmacy FEFO • LIS/RIS Diagnostics • Billing &amp; TPA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DIGIFORTLABS 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Executive Summary &amp; Core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01.  Clinical Unification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Centralized EMR ensures zero-fragmentation continuity of care across OPD, IPD, Emergency, and Surgery.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02.  Operational Excellence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Automates bed allocation, nursing MAR execution, discharge summaries, and stock requisitions.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03.  Zero Revenue Leakage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Directly binds clinical order entries (Labs, Drugs) to patient billing folios in real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04.  Enterprise Compliance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Strict Role-Based Access Control (RBAC), HIPAA-aligned encryption, and complete audit logging.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DIGIFORTLABS 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End-to-End Patient Journey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1. Intake &amp; Triage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Front desk registration, UHID generation, and initial vital signs recording.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01168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2. Consultation / OPD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Doctor examination, ICD-10 diagnosis, E-prescription &amp; diagnostic ordering.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01168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3. IPD / Admission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Ward bed allocation, nursing station MAR execution &amp; continuous monitoring.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201168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59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4. Labs &amp; Pharmacy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Barcode sample processing, LIS result entry, FEFO drug dispensing.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01168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5. Billing &amp; Discharge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Automated revenue collection, TPA claim pre-authorization &amp; discharge summary.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DIGIFORTLABS 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Outpatient (OPD) &amp; Electronic Medical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5912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•  Smart Scheduling &amp; Queue Tokening: </a:t>
            </a:r>
            <a:r>
              <a:rPr b="0" sz="1300">
                <a:solidFill>
                  <a:srgbClr val="F8FAFC"/>
                </a:solidFill>
              </a:rPr>
              <a:t>Dynamic slot management based on doctor availability with automated physical queue tokens for receptionists.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14600"/>
            <a:ext cx="10725912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•  Pre-Consultation Vitals Recording: </a:t>
            </a:r>
            <a:r>
              <a:rPr b="0" sz="1300">
                <a:solidFill>
                  <a:srgbClr val="F8FAFC"/>
                </a:solidFill>
              </a:rPr>
              <a:t>Nurses record blood pressure, SpO2, BMI, pulse, and temperature prior to doctor entry.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10725912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•  E-Prescription Engine: </a:t>
            </a:r>
            <a:r>
              <a:rPr b="0" sz="1300">
                <a:solidFill>
                  <a:srgbClr val="F8FAFC"/>
                </a:solidFill>
              </a:rPr>
              <a:t>Structured drug selector with auto-dosage, frequency, duration, and safety warnings.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434840"/>
            <a:ext cx="10725912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•  ICD-10 Diagnostic Coding: </a:t>
            </a:r>
            <a:r>
              <a:rPr b="0" sz="1300">
                <a:solidFill>
                  <a:srgbClr val="F8FAFC"/>
                </a:solidFill>
              </a:rPr>
              <a:t>Standardized disease coding for seamless medical history tracking and insurance pre-authorization.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394960"/>
            <a:ext cx="10725912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•  Instant Diagnostic Requisition: </a:t>
            </a:r>
            <a:r>
              <a:rPr b="0" sz="1300">
                <a:solidFill>
                  <a:srgbClr val="F8FAFC"/>
                </a:solidFill>
              </a:rPr>
              <a:t>Orders lab tests and imaging directly from consultation notes into the LIS queue.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DIGIFORTLABS 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Inpatient (IPD) &amp; Bed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Visual Bed &amp; Ward Matrix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Real-time interactive dashboard displaying ICU, General, and Private ward occupancy, sanitation status, and bed transfers.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5912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Nursing Station &amp; MAR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Hourly vitals tracking charts, doctor order execution logs, and Medication Administration Records (MAR).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5912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Discharge Summary Generator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Automated compilation of admission clinical notes, surgical procedures, lab results, and discharge instructions into PDF.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DIGIFORTLABS 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Pharmacy Logistics &amp; FEFO Inventory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Master Formulary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Centralized catalog for branded and generic drugs, dosage forms, and Schedule-H/X narcotic classifications.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FEFO Batch Control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First Expiry First Out protocol automatically prioritizes near-expiry stock to minimize financial wastage.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Ward Stock Indents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Internal requisition system enabling ward nurses to request stock transfers from the central medical 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Supplier &amp; GRN Sync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Purchase Requisitions, Purchase Orders, Goods Receipt Notes (GRN), and QA barcoding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DIGIFORTLABS 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Financial Accounting &amp; TPA Cashless Billing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5912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Automated Revenue Posting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Clinical actions immediately trigger ledger entries. Lab orders, pharmacy dispenses, and doctor visits post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725912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Dynamic Tariff Management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Bed category upgrades (e.g., General to ICU) automatically update daily bed charges and doctor tariff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5912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TPA &amp; Pre-Authorization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Generates pre-auth estimation forms for insurance providers and monitors approval status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725912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5780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Co-Pay Split Engine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Calculates out-of-pocket patient co-pay vs insurer receivable amount with zero manual calculation errors.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DIGIFORTLABS 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Laboratory Information System (LIS / RIS)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Step 01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Order &amp; Billing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Lab orders billed automatically upon doctor entry.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Step 02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Phlebotomy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Sample barcode generation &amp; physical collection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Step 03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Analyzer Sync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Machine interfacing &amp; automated lab result ingestion.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59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Step 04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Pathologist Approval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Senior verification &amp; digital signature release.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Step 05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EMR Integration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Report dispatches instantly to doctor EMR &amp; patient portal.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DIGIFORTLABS 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Technical Architecture &amp; Security Protocols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Frontend &amp; UX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Next.js, React, Tailwind CSS, TypeScript, modern responsive layouts, real-time toast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Backend &amp; APIs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Node.js / Express microservices, FastAPI integration, REST API gateways.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Database Engine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PostgreSQL production database with SQLite fallback, ACID-compliant ledger transactions.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Security &amp; RBAC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Role-Based Access Control, JWT authentication, HIPAA/GDPR audit trails, data encryption.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DIGIFORTLABS 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Measurable Business ROI &amp; Strategic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40%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Waiting Time Reduction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Optimized queue management &amp; swift triage entry.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Revenue Leakage Elimination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Direct clinical-to-billing automated posting.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65%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Faster Discharge Summaries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One-click auto-aggregated clinical document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30%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Inventory Expiry Savings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Strict FEFO enforcement &amp; low stock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